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10312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EduGra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06324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Graph-based Multi-Agent System for Adaptive Learning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0" y="36576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078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Innovative Design Project — Review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18304" y="4343400"/>
            <a:ext cx="274320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461772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[Student Name(s) &amp; Roll Number(s)]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[Guide Name &amp; Designation]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554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677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677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8094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9809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Research Gap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9417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6941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074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4074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Methodology &amp; System Architecture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120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120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/ Initial Implementation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root cause, not just right or wrong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tutoring tools mark an answer right or wrong and move on — they never ask why the student got it wrong.</a:t>
            </a:r>
            <a:endParaRPr lang="en-US" sz="16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EduGra represents study material as a knowledge graph of concepts and prerequisite relationships.</a:t>
            </a:r>
            <a:endParaRPr lang="en-US" sz="16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student fails a concept, the system traces backward through the graph to find the actual weak prerequisite causing the failure — not just the surface topic.</a:t>
            </a:r>
            <a:endParaRPr lang="en-US" sz="16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EduGra is our Innovative Design Project implementation of the GraphMASAL research paper (AAMAS 2026).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Graphs &amp; Multi-Agent Adaptive Learning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Knowledge Tracing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Nakagawa et al., 2021 — GNNs model concept relationships and estimate proficiency.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078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prediction only, no learning-path generation.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5544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KG Learning-Path Generation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24028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Yi, Zhu &amp; Li, 2026 — dynamic graphs + RL generate personalized paths with cognitive load.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32918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078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no multi-agent diagnosis-and-tutoring loop.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15544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Intelligent Tutoring Systems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24028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agents handle teaching, planning, and evaluation separately.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32918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078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often lacks a shared, dynamic learner model.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72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response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4572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078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97480" y="457200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97480" y="4572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 diagnosis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572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078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457200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4572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Mastery update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4572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078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95160" y="457200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95160" y="4572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path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961120" y="4572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078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0" y="457200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0" y="4572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Tutoring &amp; quiz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8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systems rarely provide this as one interpretable, unified loop.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RESEARCH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existing systems miss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Surface-level feedback: most ITS mark answers right/wrong without explaining the underlying cause.</a:t>
            </a:r>
            <a:endParaRPr lang="en-US" sz="15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knowledge maps: prerequisite structures are usually hand-built once, not derived automatically from material.</a:t>
            </a:r>
            <a:endParaRPr lang="en-US" sz="15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pipelines: diagnosis, planning, tutoring, and memory are rarely combined into one interpretable system.</a:t>
            </a:r>
            <a:endParaRPr lang="en-US" sz="15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path planning: "continue to the next chapter" logic, not real optimization over prerequisite structure.</a:t>
            </a:r>
            <a:endParaRPr lang="en-US" sz="15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technical challenge: build the concept graph automatically from raw study material, with correct prerequisite direction and no manual curation.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sets out to 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63624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build a concept-prerequisite knowledge graph from uploaded study material (PDFs, notes, slides).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59736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a student's failure back to its true root-cause prerequisite, not just the concept on the surface.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3924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92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35584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a live, per-student mastery score for every concept, updated after each interaction.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28853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88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2519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an optimized learning path from what the student already knows to what they need next.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8464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84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14807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tutoring and quizzes that are grounded in the diagnosed root cause, not generic content.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— Seven Agents on a Shared Graph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Extraction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029968" y="1691640"/>
            <a:ext cx="118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8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169164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03704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630168" y="1691640"/>
            <a:ext cx="118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8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169164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03904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Modeling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230368" y="1691640"/>
            <a:ext cx="118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8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49240" y="169164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04104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830568" y="1691640"/>
            <a:ext cx="118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8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169164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04304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30768" y="1691640"/>
            <a:ext cx="118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8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49640" y="169164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04504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030968" y="1691640"/>
            <a:ext cx="118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8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149840" y="169164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04704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Generation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606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078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seven agents read and write a shared Neo4j knowledge graph, orchestrated by LangGraph.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24612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8F9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341071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3813048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store — concept nodes, PREREQUISITE_OF edges, per-student mastery.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37560" y="324612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8F9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02152" y="341071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3502152" y="3813048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Orchestrates agent order, branching, and the shared StudentState.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26480" y="324612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8F9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91072" y="341071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291072" y="3813048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layer — /upload for material, /chat for student interaction.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915400" y="324612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8F9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79992" y="341071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9079992" y="3813048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Concept/prerequisite extraction, tutoring responses, quiz generation.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Implementation — Foundation Layer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for this review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schema designed and deployed: concept nodes, PREREQUISITE_OF edges, per-student mastery relationships.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Extraction Agent implemented end-to-end: PDF upload → text extraction → LLM concept/prerequisite extraction → embedding → graph write.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foundation the remaining six agents build on directly — every later agent reads or writes this same graph.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440680" cy="4114800"/>
          </a:xfrm>
          <a:prstGeom prst="roundRect">
            <a:avLst>
              <a:gd name="adj" fmla="val 1333"/>
            </a:avLst>
          </a:prstGeom>
          <a:solidFill>
            <a:srgbClr val="F8F9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554480"/>
            <a:ext cx="5074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078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screenshot: populated Neo4j graph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078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 uploaded subject PDF]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8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Demonstrated: raw study material becomes a queryable concept graph — the layer every other agent depends 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2026-09-22T06:49:31Z</dcterms:created>
  <dcterms:modified xsi:type="dcterms:W3CDTF">2026-09-22T06:49:31Z</dcterms:modified>
</cp:coreProperties>
</file>